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AI Agent 研发实战深度总结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QCon 2026 北京 · Agentic Engineering &amp; Coding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为什么这是范式级别的变革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代码第一次从「思考载体」变成「执行载体」（黄东旭）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模型 = CPU，Agent = OS，Skills = App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入口迁移：GUI → IM → 自然语言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协作模式：从「人找事」到「事找人」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2026分水岭：从试点热潮到规模落地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企业级 Agent 架构核心要素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六个核心技术要素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Context Window：单次推理的工作记忆上限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System Prompt：定义Agent身份和角色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Skills：领域知识包，按需加载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MCP：连接外部系统的标准协议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Memory：跨会话的持久化信息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Sub-agent：委派子任务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ZillizTown 企业实践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飞书IM入口：Avatar住在IM里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Cron自醒：Agent自己设闹钟巡检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A2A协作：Avatar找Avatar帮忙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对话训练：手机就能训练Avatar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Hub路由：按Skills找对的Agent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多Session：绕过1M上限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Agent 安全五层攻击面模型（Sunny Duan）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L5 输入层：Prompt注入、多模态注入、Jailbreak绕过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L4 规划层：目标劫持、规划操纵、幻觉利用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L3 记忆层：记忆投毒、上下文窗口耗尽、RAG投毒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L2 工具层：供应链攻击、MCP参数注入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L1 反馈层：伪造反馈、错误抑制、观测遮蔽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防御思路：用AI防御AI，以智能对抗智能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Coding Agent 三位一体编码方案（邓立山）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Rules（最高宪法）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目录结构约束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架构模式约束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技术栈约束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编码风格约束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确保架构不偏离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Skills（执法机构）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自动路由到不同场景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工作流编排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质量检查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按需加载用完释放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让方案自动运转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从 PRD 到上线的交付闭环（李文鹏）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MVP文档基座 + 自然生长：成本低，不改工作方式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Spec不是文档，是需求契约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Hybrid Execution Protocol：Agent总成本=准备成本+验证成本+返工风险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缺口门禁：Agent执行前的自检，把「先动手」变成「先确认」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AI提的PR审核时间是人的4.6倍，平均打回轮次3→1.5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公共模块变更导致的线上bug数：0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Coding Agent 飞轮模式（牛万鹏）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工具调用：Query/Tool Call比例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上下文：Skills Tokens消耗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执行结果：单Query更��文件数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执行轨迹：Debug类任务路径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MCP动态加载节省98% Tokens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GPT偏好Bash而非专用工具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从Git挖掘评测集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另一Agent验证结果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四象限分析：Outcome/Execution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Outcome 60%：功能正确性、完整性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Execution 40%：理解能力、执行质量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发现异常值才能真正优化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DeepResearch Token 成本优化（卢亿雷）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Token是智能时代的「电力」：没有Token，AI停摆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单次深度研究Token消耗：80K-300K tokens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研究阶段占75%成本：多轮检索上下文膨胀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Output单价是Input的3-5倍，控制输出长度ROI最高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请求前：语义缓存 + Prompt Cache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请求中：模型路由 + 输入压缩 + Output精确控制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流程控制：无显著新信息时提前终止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关键数据与实证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AI编码率：9.6% → 89.2%，提升9倍+（邓立山）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Bug率：&lt;0.2%，发布回滚率：&lt;2%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人均Query次数增长5倍（百度Comate）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Tokens缓存命中率：80%+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MCP动态加载节省：98%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PR审核效率提升：4.6倍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产出效率提升：10倍（20人团队）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核心价值总结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范式转变：AI不是银弹，是超级杠杆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引擎越强，方向盘越重要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代码即规范，规范即代码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Rules + Spec + Skills = 可复用的AI编码方案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Feedback Loop + Benchmark = Agent行为可观测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人也是Tool：全员Agent Engineer转型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内部参考与学习路径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入门概念：黄东旭《自主系统的时代》、韦韬《智能革命时代》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工程方法：邓立山《AI Coding全栈实战》、李文鹏《PRD到上线闭环》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平台实践：牛万鹏《飞轮模式》、徐翔《JoyCode》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安全专题：Sunny Duan《Agent安全》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企业级落地：陈彪《ZillizTown》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成本优化：卢亿雷《DeepResearch Token优化》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